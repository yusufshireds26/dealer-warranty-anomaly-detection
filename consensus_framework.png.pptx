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500"/>
    <a:srgbClr val="28B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4720-81F7-41C6-702A-0D03DF452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123C2-55F7-4195-1617-BD38D378A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1AA53-D9BD-64AF-9874-478B471C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064BE-9D0A-E82F-E595-4DBF0F1C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1BB0C-AFE1-39B0-F762-7A19A896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6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D9BC-2CFF-E466-1A09-D32D118A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F5D4E-C438-F5C1-B624-5E8D23A3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30E6-6ED0-B198-775E-209F38A2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64BBD-7E27-70C4-196D-1E436C0D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A4A59-BB97-1128-FABE-F66FFFF8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0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C168-7549-368C-7B29-499D00E4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B2F92-AC98-0EAB-F3C2-50A137BC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5FA9-0C0F-246D-F5DE-D70DBC45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08532-4878-4719-9667-B9EFC767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07A9-E507-F21E-F542-B9E5484A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0747-0743-0F0F-91AF-6696FAE1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D079-4057-80DA-7A9A-7AC2B588A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8695C-1CB3-2038-08E6-99BCC0BD4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258E8-0C02-6890-9AB8-9A0090BB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FB5F5-A7CB-E51E-B7DA-C5576BA0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A6105-5035-9601-4429-594280C3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5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7D19-7816-0CBE-A69A-819F8DB4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D01C-4E7E-0C93-E986-A4ABE7411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4D030-B845-9F8E-B2EF-82327A162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0B7A4-A452-372B-71B6-8665D9841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B4BED-D005-DC1E-E1BA-F519E11BE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0540E-194E-5917-625E-01F9CD19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B2F51-B7B4-198F-3B2D-78BEB2FD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90ADD-E924-E584-0FD5-C5B1F3EE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49F9-7160-ED4E-32CD-3B12FDB7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34719-DD95-A343-7A78-AFCB36A7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36D9F-D64A-EC3F-7039-2CEF7088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21A02-A263-CBF2-94F8-B74E9852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0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DC885-A649-86B3-A018-274227B3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D667E-93B3-BB2E-D78C-1EAECE4F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F8C73-D709-3B6D-D11D-025E8D50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9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DA95-531A-5B29-CC6F-CB87DE7E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DABB-FBB3-28BC-ED69-E6FFACA21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9DD63-886C-F5C4-477E-5CF5CBA1D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75056-8A3F-AB35-EE64-1FCB14C9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A865-1D9E-D244-A28C-E12A5C21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5FB4A-4C83-F37B-E7E5-398823DD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7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354F-C811-A91F-57F1-0D695D55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5C83A-23E8-E3F5-0EAF-712A5910D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77A48-C547-E9CF-5243-BB1CEF14C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22CF5-08F9-69E3-320A-AD431E71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FF197-CA5B-A76D-3936-D79B9AD4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072BE-4542-8648-6DC3-53170926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7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99BD-98C0-83E4-6333-23533A54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EABB4-92F2-14E4-EFAF-3C032A71B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EE79-C799-911C-6354-9420A0CF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E356-FD7D-4D6E-BAE2-1840D464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50348-B1CB-0EA0-8FF0-37027552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4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9CA28-90FF-BE71-6E75-541AF42CB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21C89-1D5F-C06F-1A90-0BABA292B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8C76-3AA0-C9DC-1AB4-D23ED2CB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A9DBE-7954-4859-D251-E12F22D7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C373E-5FF5-31C6-B507-5AF4E271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8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EBB59-04AE-961D-C1F0-8C6798C0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C280E-0530-668D-A740-3CD64F591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F2111-304E-E512-DE2C-0C1D2CA53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67C34-3050-4364-962B-F3A5F03052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32657-9F9A-0859-BFA4-5D151EF3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02D2-4E92-34FC-7AD1-C3DB2A9E5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1B2CA-68AE-4F0C-A859-AABD3D02C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E4B2F8-2AD8-2B55-917E-4E4112C1F62F}"/>
              </a:ext>
            </a:extLst>
          </p:cNvPr>
          <p:cNvSpPr/>
          <p:nvPr/>
        </p:nvSpPr>
        <p:spPr>
          <a:xfrm>
            <a:off x="50292" y="0"/>
            <a:ext cx="2092544" cy="14538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54500"/>
                </a:solidFill>
              </a:rPr>
              <a:t>Isolation Forest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5198AA-DA45-4A75-3CC0-9148C9975300}"/>
              </a:ext>
            </a:extLst>
          </p:cNvPr>
          <p:cNvSpPr/>
          <p:nvPr/>
        </p:nvSpPr>
        <p:spPr>
          <a:xfrm>
            <a:off x="50292" y="2109178"/>
            <a:ext cx="2092544" cy="120117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54500"/>
                </a:solidFill>
              </a:rPr>
              <a:t>LOF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D2B1B6-CAA6-AC5A-4325-FE5B8E7CA182}"/>
              </a:ext>
            </a:extLst>
          </p:cNvPr>
          <p:cNvSpPr/>
          <p:nvPr/>
        </p:nvSpPr>
        <p:spPr>
          <a:xfrm>
            <a:off x="50292" y="3965639"/>
            <a:ext cx="2175674" cy="11457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54500"/>
                </a:solidFill>
              </a:rPr>
              <a:t>One-Class SVM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68C516-2294-F9ED-0B6A-88E37E8F4BB0}"/>
              </a:ext>
            </a:extLst>
          </p:cNvPr>
          <p:cNvSpPr/>
          <p:nvPr/>
        </p:nvSpPr>
        <p:spPr>
          <a:xfrm>
            <a:off x="0" y="5656820"/>
            <a:ext cx="2225965" cy="12011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54500"/>
                </a:solidFill>
              </a:rPr>
              <a:t>DBSCAN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C464B0-C792-B374-0776-2CD4F717431C}"/>
              </a:ext>
            </a:extLst>
          </p:cNvPr>
          <p:cNvSpPr/>
          <p:nvPr/>
        </p:nvSpPr>
        <p:spPr>
          <a:xfrm>
            <a:off x="5650160" y="1228436"/>
            <a:ext cx="4315875" cy="34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Consensus Score</a:t>
            </a:r>
          </a:p>
        </p:txBody>
      </p:sp>
      <p:sp>
        <p:nvSpPr>
          <p:cNvPr id="15" name="Equals 14">
            <a:extLst>
              <a:ext uri="{FF2B5EF4-FFF2-40B4-BE49-F238E27FC236}">
                <a16:creationId xmlns:a16="http://schemas.microsoft.com/office/drawing/2014/main" id="{B0CA1D85-53BE-A761-888D-E36BAC312637}"/>
              </a:ext>
            </a:extLst>
          </p:cNvPr>
          <p:cNvSpPr/>
          <p:nvPr/>
        </p:nvSpPr>
        <p:spPr>
          <a:xfrm>
            <a:off x="3897744" y="2198255"/>
            <a:ext cx="988291" cy="2106791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0AA98-69AC-3840-D71D-3988DBC9B725}"/>
              </a:ext>
            </a:extLst>
          </p:cNvPr>
          <p:cNvSpPr txBox="1"/>
          <p:nvPr/>
        </p:nvSpPr>
        <p:spPr>
          <a:xfrm>
            <a:off x="4793673" y="4913745"/>
            <a:ext cx="6467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anomaly detection models are combined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increase confidence in identified anomalies.</a:t>
            </a:r>
          </a:p>
          <a:p>
            <a:endParaRPr lang="en-US" dirty="0"/>
          </a:p>
        </p:txBody>
      </p:sp>
      <p:sp>
        <p:nvSpPr>
          <p:cNvPr id="24" name="Plus Sign 23">
            <a:extLst>
              <a:ext uri="{FF2B5EF4-FFF2-40B4-BE49-F238E27FC236}">
                <a16:creationId xmlns:a16="http://schemas.microsoft.com/office/drawing/2014/main" id="{30AE9923-3DFE-0A5F-594C-D2680E7ECE66}"/>
              </a:ext>
            </a:extLst>
          </p:cNvPr>
          <p:cNvSpPr/>
          <p:nvPr/>
        </p:nvSpPr>
        <p:spPr>
          <a:xfrm>
            <a:off x="682946" y="1453896"/>
            <a:ext cx="822036" cy="68323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lus Sign 25">
            <a:extLst>
              <a:ext uri="{FF2B5EF4-FFF2-40B4-BE49-F238E27FC236}">
                <a16:creationId xmlns:a16="http://schemas.microsoft.com/office/drawing/2014/main" id="{D815CE7F-533D-CA74-54D3-8FB07CA6A5B7}"/>
              </a:ext>
            </a:extLst>
          </p:cNvPr>
          <p:cNvSpPr/>
          <p:nvPr/>
        </p:nvSpPr>
        <p:spPr>
          <a:xfrm>
            <a:off x="682946" y="3282409"/>
            <a:ext cx="822036" cy="68323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lus Sign 27">
            <a:extLst>
              <a:ext uri="{FF2B5EF4-FFF2-40B4-BE49-F238E27FC236}">
                <a16:creationId xmlns:a16="http://schemas.microsoft.com/office/drawing/2014/main" id="{095B61E1-83FD-6C3C-8B13-257CE81A7DC7}"/>
              </a:ext>
            </a:extLst>
          </p:cNvPr>
          <p:cNvSpPr/>
          <p:nvPr/>
        </p:nvSpPr>
        <p:spPr>
          <a:xfrm>
            <a:off x="682946" y="5042495"/>
            <a:ext cx="822036" cy="68323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8E4CC6-B103-A911-1B9D-3B266C5D4659}"/>
              </a:ext>
            </a:extLst>
          </p:cNvPr>
          <p:cNvSpPr txBox="1"/>
          <p:nvPr/>
        </p:nvSpPr>
        <p:spPr>
          <a:xfrm>
            <a:off x="3897744" y="88646"/>
            <a:ext cx="6567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Consensus Scoring Framework</a:t>
            </a:r>
          </a:p>
        </p:txBody>
      </p:sp>
    </p:spTree>
    <p:extLst>
      <p:ext uri="{BB962C8B-B14F-4D97-AF65-F5344CB8AC3E}">
        <p14:creationId xmlns:p14="http://schemas.microsoft.com/office/powerpoint/2010/main" val="355663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7ea58d-47e6-47cc-9ab7-39ab03def869}" enabled="1" method="Standard" siteId="{505cca53-5750-4134-9501-8d52d5df3cd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Daimler Truck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shire, yusuf (164)</dc:creator>
  <cp:lastModifiedBy>shire, yusuf (164)</cp:lastModifiedBy>
  <cp:revision>1</cp:revision>
  <dcterms:created xsi:type="dcterms:W3CDTF">2026-08-06T20:10:07Z</dcterms:created>
  <dcterms:modified xsi:type="dcterms:W3CDTF">2026-08-06T20:11:15Z</dcterms:modified>
</cp:coreProperties>
</file>